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4D6A6-2159-41F2-A16A-71CA487FFCAD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C97E0F7E-D2F7-4887-A54A-EB07A6A4A377}">
      <dgm:prSet phldrT="[Text]"/>
      <dgm:spPr/>
      <dgm:t>
        <a:bodyPr/>
        <a:lstStyle/>
        <a:p>
          <a:r>
            <a:rPr lang="en-US" dirty="0"/>
            <a:t>OpenAI &amp; </a:t>
          </a:r>
          <a:r>
            <a:rPr lang="en-US" dirty="0" err="1"/>
            <a:t>pyodbc</a:t>
          </a:r>
          <a:r>
            <a:rPr lang="en-US" dirty="0"/>
            <a:t> - python libs</a:t>
          </a:r>
          <a:endParaRPr lang="en-SG" dirty="0"/>
        </a:p>
      </dgm:t>
    </dgm:pt>
    <dgm:pt modelId="{F27516BD-4236-4BD8-A7D4-56144C8190D8}" type="parTrans" cxnId="{6F31653A-B59E-4C1F-9156-5F8DD412EA0E}">
      <dgm:prSet/>
      <dgm:spPr/>
      <dgm:t>
        <a:bodyPr/>
        <a:lstStyle/>
        <a:p>
          <a:endParaRPr lang="en-SG"/>
        </a:p>
      </dgm:t>
    </dgm:pt>
    <dgm:pt modelId="{A5A15ED5-7FBB-4617-8374-CA400B0458DB}" type="sibTrans" cxnId="{6F31653A-B59E-4C1F-9156-5F8DD412EA0E}">
      <dgm:prSet/>
      <dgm:spPr/>
      <dgm:t>
        <a:bodyPr/>
        <a:lstStyle/>
        <a:p>
          <a:r>
            <a:rPr lang="en-US" dirty="0"/>
            <a:t>Python</a:t>
          </a:r>
          <a:br>
            <a:rPr lang="en-US" dirty="0"/>
          </a:br>
          <a:r>
            <a:rPr lang="en-US" dirty="0"/>
            <a:t>(execution lang)</a:t>
          </a:r>
          <a:endParaRPr lang="en-SG" dirty="0"/>
        </a:p>
      </dgm:t>
    </dgm:pt>
    <dgm:pt modelId="{78821656-8D71-43FE-A833-DF371FC48E7A}">
      <dgm:prSet phldrT="[Text]"/>
      <dgm:spPr/>
      <dgm:t>
        <a:bodyPr/>
        <a:lstStyle/>
        <a:p>
          <a:r>
            <a:rPr lang="en-US" dirty="0"/>
            <a:t>SQL Server</a:t>
          </a:r>
          <a:endParaRPr lang="en-SG" dirty="0"/>
        </a:p>
      </dgm:t>
    </dgm:pt>
    <dgm:pt modelId="{9AF47AA6-6C14-4959-83BE-B9D9E0D6DB98}" type="parTrans" cxnId="{337DF4BE-D37A-4DF9-B463-0E53AD529A97}">
      <dgm:prSet/>
      <dgm:spPr/>
      <dgm:t>
        <a:bodyPr/>
        <a:lstStyle/>
        <a:p>
          <a:endParaRPr lang="en-SG"/>
        </a:p>
      </dgm:t>
    </dgm:pt>
    <dgm:pt modelId="{A1364AE5-ABFB-4E34-A94F-433C42D23F54}" type="sibTrans" cxnId="{337DF4BE-D37A-4DF9-B463-0E53AD529A97}">
      <dgm:prSet/>
      <dgm:spPr/>
      <dgm:t>
        <a:bodyPr/>
        <a:lstStyle/>
        <a:p>
          <a:r>
            <a:rPr lang="en-US" dirty="0"/>
            <a:t>PowerShell &amp; Batch scripts</a:t>
          </a:r>
          <a:endParaRPr lang="en-SG" dirty="0"/>
        </a:p>
      </dgm:t>
    </dgm:pt>
    <dgm:pt modelId="{5369D7A5-BD3D-43A5-86FF-55A569B3A25F}">
      <dgm:prSet phldrT="[Text]"/>
      <dgm:spPr/>
      <dgm:t>
        <a:bodyPr/>
        <a:lstStyle/>
        <a:p>
          <a:r>
            <a:rPr lang="en-US" dirty="0"/>
            <a:t>SQL Cover (code coverage)</a:t>
          </a:r>
          <a:endParaRPr lang="en-SG" dirty="0"/>
        </a:p>
      </dgm:t>
    </dgm:pt>
    <dgm:pt modelId="{797B3FBC-F391-44A3-AA54-F58B53D4EBB6}" type="parTrans" cxnId="{9AA85A68-1468-420E-B852-A7D690423561}">
      <dgm:prSet/>
      <dgm:spPr/>
      <dgm:t>
        <a:bodyPr/>
        <a:lstStyle/>
        <a:p>
          <a:endParaRPr lang="en-SG"/>
        </a:p>
      </dgm:t>
    </dgm:pt>
    <dgm:pt modelId="{746DD0D5-BB4A-4804-8595-4FB87D7104D8}" type="sibTrans" cxnId="{9AA85A68-1468-420E-B852-A7D690423561}">
      <dgm:prSet/>
      <dgm:spPr/>
      <dgm:t>
        <a:bodyPr/>
        <a:lstStyle/>
        <a:p>
          <a:r>
            <a:rPr lang="en-US" dirty="0"/>
            <a:t>TSQLT (test case gen framework)</a:t>
          </a:r>
          <a:endParaRPr lang="en-SG" dirty="0"/>
        </a:p>
      </dgm:t>
    </dgm:pt>
    <dgm:pt modelId="{08C8434D-18A3-4F7D-A086-7FE6744091F4}" type="pres">
      <dgm:prSet presAssocID="{D254D6A6-2159-41F2-A16A-71CA487FFCAD}" presName="Name0" presStyleCnt="0">
        <dgm:presLayoutVars>
          <dgm:chMax/>
          <dgm:chPref/>
          <dgm:dir/>
          <dgm:animLvl val="lvl"/>
        </dgm:presLayoutVars>
      </dgm:prSet>
      <dgm:spPr/>
    </dgm:pt>
    <dgm:pt modelId="{2E23BA9A-F96F-4763-A59A-B5E5DB408C64}" type="pres">
      <dgm:prSet presAssocID="{C97E0F7E-D2F7-4887-A54A-EB07A6A4A377}" presName="composite" presStyleCnt="0"/>
      <dgm:spPr/>
    </dgm:pt>
    <dgm:pt modelId="{FA11E6D4-3359-4F53-9447-C352A2913BCA}" type="pres">
      <dgm:prSet presAssocID="{C97E0F7E-D2F7-4887-A54A-EB07A6A4A377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DD01203E-D0C7-4DFF-8654-3061D9224DF1}" type="pres">
      <dgm:prSet presAssocID="{C97E0F7E-D2F7-4887-A54A-EB07A6A4A377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23056AB-96C8-423E-8BC5-E7A23CE99628}" type="pres">
      <dgm:prSet presAssocID="{C97E0F7E-D2F7-4887-A54A-EB07A6A4A377}" presName="BalanceSpacing" presStyleCnt="0"/>
      <dgm:spPr/>
    </dgm:pt>
    <dgm:pt modelId="{A6CEE343-3116-42B9-8BA8-D5F74BF6A4A1}" type="pres">
      <dgm:prSet presAssocID="{C97E0F7E-D2F7-4887-A54A-EB07A6A4A377}" presName="BalanceSpacing1" presStyleCnt="0"/>
      <dgm:spPr/>
    </dgm:pt>
    <dgm:pt modelId="{3DD0B3D6-DD4E-40A6-95CA-4A2C48302DE8}" type="pres">
      <dgm:prSet presAssocID="{A5A15ED5-7FBB-4617-8374-CA400B0458DB}" presName="Accent1Text" presStyleLbl="node1" presStyleIdx="1" presStyleCnt="6"/>
      <dgm:spPr/>
    </dgm:pt>
    <dgm:pt modelId="{0DB129BC-ED34-48DC-B25D-254521972A41}" type="pres">
      <dgm:prSet presAssocID="{A5A15ED5-7FBB-4617-8374-CA400B0458DB}" presName="spaceBetweenRectangles" presStyleCnt="0"/>
      <dgm:spPr/>
    </dgm:pt>
    <dgm:pt modelId="{361DCD53-5BEC-4C95-AEB0-2FE8BA9B107D}" type="pres">
      <dgm:prSet presAssocID="{78821656-8D71-43FE-A833-DF371FC48E7A}" presName="composite" presStyleCnt="0"/>
      <dgm:spPr/>
    </dgm:pt>
    <dgm:pt modelId="{1AAD3BE6-591B-4F92-BDE0-ACEAEAAE8BC9}" type="pres">
      <dgm:prSet presAssocID="{78821656-8D71-43FE-A833-DF371FC48E7A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7212EB12-76A4-40DE-8834-CB2380949185}" type="pres">
      <dgm:prSet presAssocID="{78821656-8D71-43FE-A833-DF371FC48E7A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74B9BF1-2BF1-443D-95B0-DA73B219627A}" type="pres">
      <dgm:prSet presAssocID="{78821656-8D71-43FE-A833-DF371FC48E7A}" presName="BalanceSpacing" presStyleCnt="0"/>
      <dgm:spPr/>
    </dgm:pt>
    <dgm:pt modelId="{9147A8AB-1A03-42C0-BFF2-C352A2179A61}" type="pres">
      <dgm:prSet presAssocID="{78821656-8D71-43FE-A833-DF371FC48E7A}" presName="BalanceSpacing1" presStyleCnt="0"/>
      <dgm:spPr/>
    </dgm:pt>
    <dgm:pt modelId="{37F5C12E-50F9-4021-BBD2-C94649C99556}" type="pres">
      <dgm:prSet presAssocID="{A1364AE5-ABFB-4E34-A94F-433C42D23F54}" presName="Accent1Text" presStyleLbl="node1" presStyleIdx="3" presStyleCnt="6"/>
      <dgm:spPr/>
    </dgm:pt>
    <dgm:pt modelId="{8779E828-DFF8-409E-9CEF-40D9BAC84802}" type="pres">
      <dgm:prSet presAssocID="{A1364AE5-ABFB-4E34-A94F-433C42D23F54}" presName="spaceBetweenRectangles" presStyleCnt="0"/>
      <dgm:spPr/>
    </dgm:pt>
    <dgm:pt modelId="{47A0A607-42B0-4AAB-B33A-68D1CBD6C931}" type="pres">
      <dgm:prSet presAssocID="{5369D7A5-BD3D-43A5-86FF-55A569B3A25F}" presName="composite" presStyleCnt="0"/>
      <dgm:spPr/>
    </dgm:pt>
    <dgm:pt modelId="{66EBE33A-3BE2-47E0-89B1-A54EE0C682A5}" type="pres">
      <dgm:prSet presAssocID="{5369D7A5-BD3D-43A5-86FF-55A569B3A25F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CF681414-C5A9-4559-81AC-C03417A123C7}" type="pres">
      <dgm:prSet presAssocID="{5369D7A5-BD3D-43A5-86FF-55A569B3A25F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76B2B6A7-4B81-41FD-9D79-FD7C8D19A8C8}" type="pres">
      <dgm:prSet presAssocID="{5369D7A5-BD3D-43A5-86FF-55A569B3A25F}" presName="BalanceSpacing" presStyleCnt="0"/>
      <dgm:spPr/>
    </dgm:pt>
    <dgm:pt modelId="{0BF68A4E-642F-4417-BDF4-DF93BFE29DED}" type="pres">
      <dgm:prSet presAssocID="{5369D7A5-BD3D-43A5-86FF-55A569B3A25F}" presName="BalanceSpacing1" presStyleCnt="0"/>
      <dgm:spPr/>
    </dgm:pt>
    <dgm:pt modelId="{8E24B5BF-EC73-4873-AE8F-4E5D18011C1D}" type="pres">
      <dgm:prSet presAssocID="{746DD0D5-BB4A-4804-8595-4FB87D7104D8}" presName="Accent1Text" presStyleLbl="node1" presStyleIdx="5" presStyleCnt="6"/>
      <dgm:spPr/>
    </dgm:pt>
  </dgm:ptLst>
  <dgm:cxnLst>
    <dgm:cxn modelId="{A1ED9A03-2481-4F42-ACB0-1369080BBB57}" type="presOf" srcId="{746DD0D5-BB4A-4804-8595-4FB87D7104D8}" destId="{8E24B5BF-EC73-4873-AE8F-4E5D18011C1D}" srcOrd="0" destOrd="0" presId="urn:microsoft.com/office/officeart/2008/layout/AlternatingHexagons"/>
    <dgm:cxn modelId="{6F31653A-B59E-4C1F-9156-5F8DD412EA0E}" srcId="{D254D6A6-2159-41F2-A16A-71CA487FFCAD}" destId="{C97E0F7E-D2F7-4887-A54A-EB07A6A4A377}" srcOrd="0" destOrd="0" parTransId="{F27516BD-4236-4BD8-A7D4-56144C8190D8}" sibTransId="{A5A15ED5-7FBB-4617-8374-CA400B0458DB}"/>
    <dgm:cxn modelId="{9AA85A68-1468-420E-B852-A7D690423561}" srcId="{D254D6A6-2159-41F2-A16A-71CA487FFCAD}" destId="{5369D7A5-BD3D-43A5-86FF-55A569B3A25F}" srcOrd="2" destOrd="0" parTransId="{797B3FBC-F391-44A3-AA54-F58B53D4EBB6}" sibTransId="{746DD0D5-BB4A-4804-8595-4FB87D7104D8}"/>
    <dgm:cxn modelId="{2E92D74F-039D-444E-B210-3572B8B45429}" type="presOf" srcId="{A5A15ED5-7FBB-4617-8374-CA400B0458DB}" destId="{3DD0B3D6-DD4E-40A6-95CA-4A2C48302DE8}" srcOrd="0" destOrd="0" presId="urn:microsoft.com/office/officeart/2008/layout/AlternatingHexagons"/>
    <dgm:cxn modelId="{37FF35A3-211D-4AC0-B529-9A4F7BAE80A7}" type="presOf" srcId="{D254D6A6-2159-41F2-A16A-71CA487FFCAD}" destId="{08C8434D-18A3-4F7D-A086-7FE6744091F4}" srcOrd="0" destOrd="0" presId="urn:microsoft.com/office/officeart/2008/layout/AlternatingHexagons"/>
    <dgm:cxn modelId="{519645AA-284C-4CF3-81F9-7B7195BB7777}" type="presOf" srcId="{78821656-8D71-43FE-A833-DF371FC48E7A}" destId="{1AAD3BE6-591B-4F92-BDE0-ACEAEAAE8BC9}" srcOrd="0" destOrd="0" presId="urn:microsoft.com/office/officeart/2008/layout/AlternatingHexagons"/>
    <dgm:cxn modelId="{B67A29B1-B3A2-4DA7-BF42-05AADE57509C}" type="presOf" srcId="{A1364AE5-ABFB-4E34-A94F-433C42D23F54}" destId="{37F5C12E-50F9-4021-BBD2-C94649C99556}" srcOrd="0" destOrd="0" presId="urn:microsoft.com/office/officeart/2008/layout/AlternatingHexagons"/>
    <dgm:cxn modelId="{337DF4BE-D37A-4DF9-B463-0E53AD529A97}" srcId="{D254D6A6-2159-41F2-A16A-71CA487FFCAD}" destId="{78821656-8D71-43FE-A833-DF371FC48E7A}" srcOrd="1" destOrd="0" parTransId="{9AF47AA6-6C14-4959-83BE-B9D9E0D6DB98}" sibTransId="{A1364AE5-ABFB-4E34-A94F-433C42D23F54}"/>
    <dgm:cxn modelId="{B9F062CE-6598-449D-8090-DF79D6DEF4EC}" type="presOf" srcId="{C97E0F7E-D2F7-4887-A54A-EB07A6A4A377}" destId="{FA11E6D4-3359-4F53-9447-C352A2913BCA}" srcOrd="0" destOrd="0" presId="urn:microsoft.com/office/officeart/2008/layout/AlternatingHexagons"/>
    <dgm:cxn modelId="{F56DC9FC-9E1C-4A0F-833A-C31DB6A9D581}" type="presOf" srcId="{5369D7A5-BD3D-43A5-86FF-55A569B3A25F}" destId="{66EBE33A-3BE2-47E0-89B1-A54EE0C682A5}" srcOrd="0" destOrd="0" presId="urn:microsoft.com/office/officeart/2008/layout/AlternatingHexagons"/>
    <dgm:cxn modelId="{94A00A35-FC39-412B-9B69-65D9D79A8BDE}" type="presParOf" srcId="{08C8434D-18A3-4F7D-A086-7FE6744091F4}" destId="{2E23BA9A-F96F-4763-A59A-B5E5DB408C64}" srcOrd="0" destOrd="0" presId="urn:microsoft.com/office/officeart/2008/layout/AlternatingHexagons"/>
    <dgm:cxn modelId="{45C73829-192C-4452-8C0F-276D3C3B016A}" type="presParOf" srcId="{2E23BA9A-F96F-4763-A59A-B5E5DB408C64}" destId="{FA11E6D4-3359-4F53-9447-C352A2913BCA}" srcOrd="0" destOrd="0" presId="urn:microsoft.com/office/officeart/2008/layout/AlternatingHexagons"/>
    <dgm:cxn modelId="{4444A630-B326-4CC7-A4D9-9F3EEF4BAB82}" type="presParOf" srcId="{2E23BA9A-F96F-4763-A59A-B5E5DB408C64}" destId="{DD01203E-D0C7-4DFF-8654-3061D9224DF1}" srcOrd="1" destOrd="0" presId="urn:microsoft.com/office/officeart/2008/layout/AlternatingHexagons"/>
    <dgm:cxn modelId="{0B361B3A-F4DB-4686-BF90-DBE4A1D484A1}" type="presParOf" srcId="{2E23BA9A-F96F-4763-A59A-B5E5DB408C64}" destId="{D23056AB-96C8-423E-8BC5-E7A23CE99628}" srcOrd="2" destOrd="0" presId="urn:microsoft.com/office/officeart/2008/layout/AlternatingHexagons"/>
    <dgm:cxn modelId="{28CBEAB9-8A75-44A4-8765-450A32D460EA}" type="presParOf" srcId="{2E23BA9A-F96F-4763-A59A-B5E5DB408C64}" destId="{A6CEE343-3116-42B9-8BA8-D5F74BF6A4A1}" srcOrd="3" destOrd="0" presId="urn:microsoft.com/office/officeart/2008/layout/AlternatingHexagons"/>
    <dgm:cxn modelId="{ADB6AD9F-883E-45F2-AF98-45486397BCF7}" type="presParOf" srcId="{2E23BA9A-F96F-4763-A59A-B5E5DB408C64}" destId="{3DD0B3D6-DD4E-40A6-95CA-4A2C48302DE8}" srcOrd="4" destOrd="0" presId="urn:microsoft.com/office/officeart/2008/layout/AlternatingHexagons"/>
    <dgm:cxn modelId="{2BE42B90-E10F-4D10-9ADF-D72BA3877341}" type="presParOf" srcId="{08C8434D-18A3-4F7D-A086-7FE6744091F4}" destId="{0DB129BC-ED34-48DC-B25D-254521972A41}" srcOrd="1" destOrd="0" presId="urn:microsoft.com/office/officeart/2008/layout/AlternatingHexagons"/>
    <dgm:cxn modelId="{C86CF7BF-72CD-4839-8B64-863C9BF3F292}" type="presParOf" srcId="{08C8434D-18A3-4F7D-A086-7FE6744091F4}" destId="{361DCD53-5BEC-4C95-AEB0-2FE8BA9B107D}" srcOrd="2" destOrd="0" presId="urn:microsoft.com/office/officeart/2008/layout/AlternatingHexagons"/>
    <dgm:cxn modelId="{B064D996-EED7-4ECB-96C0-F5CDA529AC21}" type="presParOf" srcId="{361DCD53-5BEC-4C95-AEB0-2FE8BA9B107D}" destId="{1AAD3BE6-591B-4F92-BDE0-ACEAEAAE8BC9}" srcOrd="0" destOrd="0" presId="urn:microsoft.com/office/officeart/2008/layout/AlternatingHexagons"/>
    <dgm:cxn modelId="{E7AC8217-68A8-4707-A355-B9242349FDC4}" type="presParOf" srcId="{361DCD53-5BEC-4C95-AEB0-2FE8BA9B107D}" destId="{7212EB12-76A4-40DE-8834-CB2380949185}" srcOrd="1" destOrd="0" presId="urn:microsoft.com/office/officeart/2008/layout/AlternatingHexagons"/>
    <dgm:cxn modelId="{9FC66642-9515-4288-8F77-7F555DE36CDB}" type="presParOf" srcId="{361DCD53-5BEC-4C95-AEB0-2FE8BA9B107D}" destId="{D74B9BF1-2BF1-443D-95B0-DA73B219627A}" srcOrd="2" destOrd="0" presId="urn:microsoft.com/office/officeart/2008/layout/AlternatingHexagons"/>
    <dgm:cxn modelId="{2FC73ADE-8DEF-4E47-BBD0-1BFA571C4E94}" type="presParOf" srcId="{361DCD53-5BEC-4C95-AEB0-2FE8BA9B107D}" destId="{9147A8AB-1A03-42C0-BFF2-C352A2179A61}" srcOrd="3" destOrd="0" presId="urn:microsoft.com/office/officeart/2008/layout/AlternatingHexagons"/>
    <dgm:cxn modelId="{A66B4812-990C-4ACF-B0BB-F265E7177834}" type="presParOf" srcId="{361DCD53-5BEC-4C95-AEB0-2FE8BA9B107D}" destId="{37F5C12E-50F9-4021-BBD2-C94649C99556}" srcOrd="4" destOrd="0" presId="urn:microsoft.com/office/officeart/2008/layout/AlternatingHexagons"/>
    <dgm:cxn modelId="{3508484F-8BC7-44B4-9B45-D3B4593BDADB}" type="presParOf" srcId="{08C8434D-18A3-4F7D-A086-7FE6744091F4}" destId="{8779E828-DFF8-409E-9CEF-40D9BAC84802}" srcOrd="3" destOrd="0" presId="urn:microsoft.com/office/officeart/2008/layout/AlternatingHexagons"/>
    <dgm:cxn modelId="{2D2EFB65-F729-4559-8F53-DC7A870A5CE8}" type="presParOf" srcId="{08C8434D-18A3-4F7D-A086-7FE6744091F4}" destId="{47A0A607-42B0-4AAB-B33A-68D1CBD6C931}" srcOrd="4" destOrd="0" presId="urn:microsoft.com/office/officeart/2008/layout/AlternatingHexagons"/>
    <dgm:cxn modelId="{316A5C60-01FD-488E-9653-8B40D51A911D}" type="presParOf" srcId="{47A0A607-42B0-4AAB-B33A-68D1CBD6C931}" destId="{66EBE33A-3BE2-47E0-89B1-A54EE0C682A5}" srcOrd="0" destOrd="0" presId="urn:microsoft.com/office/officeart/2008/layout/AlternatingHexagons"/>
    <dgm:cxn modelId="{EC7FE8C0-E571-40AB-B0EF-37908EB2EB2E}" type="presParOf" srcId="{47A0A607-42B0-4AAB-B33A-68D1CBD6C931}" destId="{CF681414-C5A9-4559-81AC-C03417A123C7}" srcOrd="1" destOrd="0" presId="urn:microsoft.com/office/officeart/2008/layout/AlternatingHexagons"/>
    <dgm:cxn modelId="{1571FCE5-3728-49BF-92F1-F17D4734A9D6}" type="presParOf" srcId="{47A0A607-42B0-4AAB-B33A-68D1CBD6C931}" destId="{76B2B6A7-4B81-41FD-9D79-FD7C8D19A8C8}" srcOrd="2" destOrd="0" presId="urn:microsoft.com/office/officeart/2008/layout/AlternatingHexagons"/>
    <dgm:cxn modelId="{E4338971-8FCE-4897-A0B7-D73B2B02E9C8}" type="presParOf" srcId="{47A0A607-42B0-4AAB-B33A-68D1CBD6C931}" destId="{0BF68A4E-642F-4417-BDF4-DF93BFE29DED}" srcOrd="3" destOrd="0" presId="urn:microsoft.com/office/officeart/2008/layout/AlternatingHexagons"/>
    <dgm:cxn modelId="{915A92FE-C077-41C4-85F0-E3321A3942AB}" type="presParOf" srcId="{47A0A607-42B0-4AAB-B33A-68D1CBD6C931}" destId="{8E24B5BF-EC73-4873-AE8F-4E5D18011C1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1E6D4-3359-4F53-9447-C352A2913BCA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OpenAI &amp; </a:t>
          </a:r>
          <a:r>
            <a:rPr lang="en-US" sz="1900" kern="1200" dirty="0" err="1"/>
            <a:t>pyodbc</a:t>
          </a:r>
          <a:r>
            <a:rPr lang="en-US" sz="1900" kern="1200" dirty="0"/>
            <a:t> - python libs</a:t>
          </a:r>
          <a:endParaRPr lang="en-SG" sz="1900" kern="1200" dirty="0"/>
        </a:p>
      </dsp:txBody>
      <dsp:txXfrm rot="-5400000">
        <a:off x="3909687" y="313106"/>
        <a:ext cx="1202866" cy="1382606"/>
      </dsp:txXfrm>
    </dsp:sp>
    <dsp:sp modelId="{DD01203E-D0C7-4DFF-8654-3061D9224DF1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D0B3D6-DD4E-40A6-95CA-4A2C48302DE8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Python</a:t>
          </a:r>
          <a:br>
            <a:rPr lang="en-US" sz="2100" kern="1200" dirty="0"/>
          </a:br>
          <a:r>
            <a:rPr lang="en-US" sz="2100" kern="1200" dirty="0"/>
            <a:t>(execution lang)</a:t>
          </a:r>
          <a:endParaRPr lang="en-SG" sz="2100" kern="1200" dirty="0"/>
        </a:p>
      </dsp:txBody>
      <dsp:txXfrm rot="-5400000">
        <a:off x="2022380" y="313106"/>
        <a:ext cx="1202866" cy="1382606"/>
      </dsp:txXfrm>
    </dsp:sp>
    <dsp:sp modelId="{1AAD3BE6-591B-4F92-BDE0-ACEAEAAE8BC9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Server</a:t>
          </a:r>
          <a:endParaRPr lang="en-SG" sz="1900" kern="1200" dirty="0"/>
        </a:p>
      </dsp:txBody>
      <dsp:txXfrm rot="-5400000">
        <a:off x="2962418" y="2018030"/>
        <a:ext cx="1202866" cy="1382606"/>
      </dsp:txXfrm>
    </dsp:sp>
    <dsp:sp modelId="{7212EB12-76A4-40DE-8834-CB2380949185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F5C12E-50F9-4021-BBD2-C94649C99556}">
      <dsp:nvSpPr>
        <dsp:cNvPr id="0" name=""/>
        <dsp:cNvSpPr/>
      </dsp:nvSpPr>
      <dsp:spPr>
        <a:xfrm rot="5400000">
          <a:off x="4446844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PowerShell &amp; Batch scripts</a:t>
          </a:r>
          <a:endParaRPr lang="en-SG" sz="1900" kern="1200" dirty="0"/>
        </a:p>
      </dsp:txBody>
      <dsp:txXfrm rot="-5400000">
        <a:off x="4849725" y="2018030"/>
        <a:ext cx="1202866" cy="1382606"/>
      </dsp:txXfrm>
    </dsp:sp>
    <dsp:sp modelId="{66EBE33A-3BE2-47E0-89B1-A54EE0C682A5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Cover (code coverage)</a:t>
          </a:r>
          <a:endParaRPr lang="en-SG" sz="1900" kern="1200" dirty="0"/>
        </a:p>
      </dsp:txBody>
      <dsp:txXfrm rot="-5400000">
        <a:off x="3909687" y="3722953"/>
        <a:ext cx="1202866" cy="1382606"/>
      </dsp:txXfrm>
    </dsp:sp>
    <dsp:sp modelId="{CF681414-C5A9-4559-81AC-C03417A123C7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4B5BF-EC73-4873-AE8F-4E5D18011C1D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TSQLT (test case gen framework)</a:t>
          </a:r>
          <a:endParaRPr lang="en-SG" sz="1900" kern="1200" dirty="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8A13-740E-680A-AAE2-35B087CC4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EA934-18F0-6212-E35F-64A677D7D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C64A0-EF8A-30FC-7E40-A4E349FD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F1141-FF77-A1D5-0710-BE0F3601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9803-C8AB-1801-338A-268F5172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253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A274-EC6C-49E7-4443-F5FBA493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4B9D-5201-5C98-F498-6D8E38325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A7710-C36E-369F-44AA-2462A820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9579-FB5E-6070-C406-755BEC6C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0BD2-C07E-90A1-162E-D2DF2FB5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023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C22C-B5C7-1DE4-9F3C-9449A94F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1BF82-7532-DE05-8BBC-99110DE06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D15B-4C79-F34C-9779-29E3E73F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3C63D-1807-7046-F777-AC13B9AC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3B116-D245-FE10-A7DA-2843E04D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330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74A6-02A2-181D-646D-2B5FB797E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3F20-3BB3-A558-F383-1C77C9E74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2DB0F-BEDF-8AC8-D101-91A38CE3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9830A-165C-F48E-C397-40B7C8520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38E11-0BA6-DF6C-820A-EF8362EE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AA439-0BC7-CC6C-5539-CE83B94D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142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4240-E593-18ED-9CCA-6003912AC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5B6B5-DDAB-5007-063B-1AACDCA60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D8FAF-95FD-3E82-FD65-2C2EB3874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89BAC-782B-CE0C-7051-438FA3978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7074E-53FA-8823-F88F-2C8B1E840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08DD8-3EB2-F348-D16F-5AB9DE03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BF5AD-3755-1BC3-3C10-B9B39B19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F9F155-83E2-B572-E00A-82FB6057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298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3F4D-B4C3-8DE4-3AF2-490A5626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33DD9-9552-3B16-EC5C-DC6D113F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69B33-2D52-5404-F6E0-DC90D39A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4277E-1F62-51E0-E107-686656A6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83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F76DE3-6204-F107-0107-AFA6C97A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F0DA6-9554-1986-2892-1E36BA506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34A46-C3BA-2649-3E8E-6F090BEB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1938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27F7-ED7A-4AD9-7E03-E351C2E7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45529-0DB5-E288-F9FE-99414A22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E728C-84FD-1087-C055-6BC53FEDB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C09B1-7E51-1031-3280-63ECF22E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CD9B1-4979-6FC8-A171-7E037EE1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478D3-5494-3E14-E0C0-9383EA92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378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3746-104E-B80F-5E14-D5F55DCF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44D01-BBD0-80CE-4195-253C7CFCB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A0125-8584-841A-154A-9311948F5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BB107-3AE0-023D-1799-39AAC93E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ABE79-074C-5F8F-B448-F8CB27C93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3DDF2-EB4B-F952-3E6C-7478E276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5974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6102-376E-39A6-D676-8B07E930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4A1DB-C184-5B63-8614-4DFD5C32B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8F92F-7554-4DAC-EFAA-0337995E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0FAD8-7CCD-EFE7-CDC4-BB93EB4B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30303-4975-70E6-34E1-2EBE58D8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055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8D037-AD62-8296-B3EF-F988827F9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266F2-B0E9-309E-DDA6-40495AA8C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9032-49F8-2E9C-BE30-7CBE68A1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922A6-83C2-0353-FC46-4428DEB2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10F2E-E0B7-DF2D-124F-AC035AFF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296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05C29-C145-C3D5-29A7-C724F7B9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56420-D530-E592-67A5-AB627FDE1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B9AA-EC0E-6763-F31F-7114366CA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20B22-91FA-4C23-B5EB-E02CE8692853}" type="datetimeFigureOut">
              <a:rPr lang="en-SG" smtClean="0"/>
              <a:t>30/5/2024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4335E-8B9D-B2EF-148A-6E737BDCE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D284F-762E-543A-C14A-AC00B48AC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B57A9-C069-4BBD-8B9A-16329578D1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83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16" descr="A 3D pattern of ring shapes connected by lines">
            <a:extLst>
              <a:ext uri="{FF2B5EF4-FFF2-40B4-BE49-F238E27FC236}">
                <a16:creationId xmlns:a16="http://schemas.microsoft.com/office/drawing/2014/main" id="{E0F975BF-70FF-599C-378F-A7261972DA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4" r="43738"/>
          <a:stretch/>
        </p:blipFill>
        <p:spPr>
          <a:xfrm>
            <a:off x="10559071" y="10"/>
            <a:ext cx="163292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600DE6E-36E6-FDE5-09F3-FBF0808C5592}"/>
              </a:ext>
            </a:extLst>
          </p:cNvPr>
          <p:cNvGrpSpPr/>
          <p:nvPr/>
        </p:nvGrpSpPr>
        <p:grpSpPr>
          <a:xfrm>
            <a:off x="220887" y="52995"/>
            <a:ext cx="9952847" cy="6328890"/>
            <a:chOff x="956042" y="161272"/>
            <a:chExt cx="10424315" cy="632889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1F140A9-408A-E530-C6FE-FE820EC3F32D}"/>
                </a:ext>
              </a:extLst>
            </p:cNvPr>
            <p:cNvSpPr/>
            <p:nvPr/>
          </p:nvSpPr>
          <p:spPr>
            <a:xfrm>
              <a:off x="2491226" y="161272"/>
              <a:ext cx="234866" cy="230660"/>
            </a:xfrm>
            <a:prstGeom prst="ellips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2A45DC5E-D0B4-031B-08E2-9183245A65D8}"/>
                </a:ext>
              </a:extLst>
            </p:cNvPr>
            <p:cNvSpPr/>
            <p:nvPr/>
          </p:nvSpPr>
          <p:spPr>
            <a:xfrm>
              <a:off x="6663781" y="4559413"/>
              <a:ext cx="4716576" cy="1393464"/>
            </a:xfrm>
            <a:prstGeom prst="flowChartDecision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bg1"/>
                  </a:solidFill>
                </a:rPr>
                <a:t>                          Is</a:t>
              </a:r>
            </a:p>
            <a:p>
              <a:r>
                <a:rPr lang="en-US" sz="1400" dirty="0" err="1">
                  <a:solidFill>
                    <a:schemeClr val="bg1"/>
                  </a:solidFill>
                </a:rPr>
                <a:t>CodeCoverage</a:t>
              </a:r>
              <a:r>
                <a:rPr lang="en-US" sz="1400" dirty="0">
                  <a:solidFill>
                    <a:schemeClr val="bg1"/>
                  </a:solidFill>
                </a:rPr>
                <a:t> % == 100 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                     OR </a:t>
              </a:r>
            </a:p>
            <a:p>
              <a:r>
                <a:rPr lang="en-US" sz="1600" dirty="0" err="1">
                  <a:solidFill>
                    <a:schemeClr val="bg1"/>
                  </a:solidFill>
                </a:rPr>
                <a:t>current_iter</a:t>
              </a:r>
              <a:r>
                <a:rPr lang="en-US" sz="1600" dirty="0">
                  <a:solidFill>
                    <a:schemeClr val="bg1"/>
                  </a:solidFill>
                </a:rPr>
                <a:t> ==</a:t>
              </a:r>
              <a:r>
                <a:rPr lang="en-US" sz="1600" dirty="0" err="1">
                  <a:solidFill>
                    <a:schemeClr val="bg1"/>
                  </a:solidFill>
                </a:rPr>
                <a:t>max_iter</a:t>
              </a:r>
              <a:endParaRPr lang="en-SG" sz="16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7A2B991-220F-95BC-8120-951F60058DE1}"/>
                </a:ext>
              </a:extLst>
            </p:cNvPr>
            <p:cNvSpPr/>
            <p:nvPr/>
          </p:nvSpPr>
          <p:spPr>
            <a:xfrm>
              <a:off x="997232" y="809050"/>
              <a:ext cx="3220995" cy="95558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create unique DB name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Read the input SQL script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Construct the SQL dictionary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Save the SQL dictionary</a:t>
              </a:r>
              <a:endParaRPr lang="en-SG" sz="14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298E892-C0B3-E25C-CBD1-99F76C249EDB}"/>
                </a:ext>
              </a:extLst>
            </p:cNvPr>
            <p:cNvSpPr/>
            <p:nvPr/>
          </p:nvSpPr>
          <p:spPr>
            <a:xfrm>
              <a:off x="956042" y="2170115"/>
              <a:ext cx="3303375" cy="1535884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Submit the SQL script to the Open AI along with the  TSQL test case generation request.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Read the test cases  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Ensure test cases are written in TSQLT framework. 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Save the test cases.</a:t>
              </a:r>
              <a:endParaRPr lang="en-SG" sz="14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AFAD0D0-F35A-79AE-567F-289EF6232101}"/>
                </a:ext>
              </a:extLst>
            </p:cNvPr>
            <p:cNvSpPr/>
            <p:nvPr/>
          </p:nvSpPr>
          <p:spPr>
            <a:xfrm>
              <a:off x="980757" y="4401382"/>
              <a:ext cx="3262184" cy="130157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Clean the test cases.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Create the test Database.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Enable </a:t>
              </a:r>
              <a:r>
                <a:rPr lang="en-US" sz="1400" dirty="0" err="1">
                  <a:solidFill>
                    <a:schemeClr val="bg1"/>
                  </a:solidFill>
                </a:rPr>
                <a:t>clr</a:t>
              </a:r>
              <a:r>
                <a:rPr lang="en-US" sz="1400" dirty="0">
                  <a:solidFill>
                    <a:schemeClr val="bg1"/>
                  </a:solidFill>
                </a:rPr>
                <a:t> and trustworthy flag.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execute the </a:t>
              </a:r>
              <a:r>
                <a:rPr lang="en-US" sz="1400" dirty="0" err="1">
                  <a:solidFill>
                    <a:schemeClr val="bg1"/>
                  </a:solidFill>
                </a:rPr>
                <a:t>sql</a:t>
              </a:r>
              <a:r>
                <a:rPr lang="en-US" sz="1400" dirty="0">
                  <a:solidFill>
                    <a:schemeClr val="bg1"/>
                  </a:solidFill>
                </a:rPr>
                <a:t> scripts.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execute the test cases. </a:t>
              </a:r>
            </a:p>
            <a:p>
              <a:pPr marL="400050" indent="-400050">
                <a:buAutoNum type="romanLcPeriod"/>
              </a:pPr>
              <a:endParaRPr lang="en-SG" sz="14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AB5753E-0222-A8E3-5664-3E9AF05CB21D}"/>
                </a:ext>
              </a:extLst>
            </p:cNvPr>
            <p:cNvSpPr/>
            <p:nvPr/>
          </p:nvSpPr>
          <p:spPr>
            <a:xfrm>
              <a:off x="7391282" y="3181869"/>
              <a:ext cx="3262184" cy="95558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Trigger code coverage for the last executed script. </a:t>
              </a:r>
            </a:p>
            <a:p>
              <a:pPr marL="400050" indent="-400050">
                <a:buAutoNum type="romanLcPeriod"/>
              </a:pPr>
              <a:r>
                <a:rPr lang="en-US" sz="1400" dirty="0">
                  <a:solidFill>
                    <a:schemeClr val="bg1"/>
                  </a:solidFill>
                </a:rPr>
                <a:t>Calculate the code coverage %. </a:t>
              </a:r>
            </a:p>
            <a:p>
              <a:pPr marL="400050" indent="-400050">
                <a:buAutoNum type="romanLcPeriod"/>
              </a:pPr>
              <a:endParaRPr lang="en-SG" sz="1400" dirty="0">
                <a:solidFill>
                  <a:schemeClr val="bg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82F2ABC-EB02-BCF3-71A6-CABCD5F88FE2}"/>
                </a:ext>
              </a:extLst>
            </p:cNvPr>
            <p:cNvSpPr/>
            <p:nvPr/>
          </p:nvSpPr>
          <p:spPr>
            <a:xfrm>
              <a:off x="8906652" y="6259502"/>
              <a:ext cx="234866" cy="23066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97E7452-D3D7-B7EB-EB17-6760CAEBDE1F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 flipH="1">
              <a:off x="2607730" y="391932"/>
              <a:ext cx="929" cy="4171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717B6D6-23E1-CF1F-56A6-2074EB5EB531}"/>
                </a:ext>
              </a:extLst>
            </p:cNvPr>
            <p:cNvCxnSpPr>
              <a:stCxn id="10" idx="2"/>
              <a:endCxn id="12" idx="0"/>
            </p:cNvCxnSpPr>
            <p:nvPr/>
          </p:nvCxnSpPr>
          <p:spPr>
            <a:xfrm>
              <a:off x="2607730" y="1764639"/>
              <a:ext cx="0" cy="4054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AF943B3-EC98-E524-7653-ABA28E346EAD}"/>
                </a:ext>
              </a:extLst>
            </p:cNvPr>
            <p:cNvCxnSpPr>
              <a:stCxn id="12" idx="2"/>
              <a:endCxn id="14" idx="0"/>
            </p:cNvCxnSpPr>
            <p:nvPr/>
          </p:nvCxnSpPr>
          <p:spPr>
            <a:xfrm>
              <a:off x="2607730" y="3705999"/>
              <a:ext cx="4119" cy="695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4BAB69F5-6B1F-8532-7B20-BD85174911D8}"/>
                </a:ext>
              </a:extLst>
            </p:cNvPr>
            <p:cNvCxnSpPr>
              <a:stCxn id="14" idx="3"/>
              <a:endCxn id="18" idx="1"/>
            </p:cNvCxnSpPr>
            <p:nvPr/>
          </p:nvCxnSpPr>
          <p:spPr>
            <a:xfrm flipV="1">
              <a:off x="4242941" y="3659664"/>
              <a:ext cx="3148341" cy="139250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7973226-B32B-3A58-D0B6-F9650C81DF71}"/>
                </a:ext>
              </a:extLst>
            </p:cNvPr>
            <p:cNvCxnSpPr>
              <a:cxnSpLocks/>
              <a:stCxn id="18" idx="2"/>
              <a:endCxn id="9" idx="0"/>
            </p:cNvCxnSpPr>
            <p:nvPr/>
          </p:nvCxnSpPr>
          <p:spPr>
            <a:xfrm flipH="1">
              <a:off x="9022069" y="4137458"/>
              <a:ext cx="306" cy="4219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1733A50-3F27-EED6-2AB9-B632EA3D0C66}"/>
                </a:ext>
              </a:extLst>
            </p:cNvPr>
            <p:cNvCxnSpPr>
              <a:cxnSpLocks/>
              <a:stCxn id="9" idx="2"/>
              <a:endCxn id="19" idx="0"/>
            </p:cNvCxnSpPr>
            <p:nvPr/>
          </p:nvCxnSpPr>
          <p:spPr>
            <a:xfrm>
              <a:off x="9022069" y="5952877"/>
              <a:ext cx="2016" cy="306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C194DE96-718B-8AA0-8ADD-4BAF24AB1DBA}"/>
                </a:ext>
              </a:extLst>
            </p:cNvPr>
            <p:cNvCxnSpPr>
              <a:cxnSpLocks/>
              <a:stCxn id="9" idx="3"/>
              <a:endCxn id="12" idx="3"/>
            </p:cNvCxnSpPr>
            <p:nvPr/>
          </p:nvCxnSpPr>
          <p:spPr>
            <a:xfrm flipH="1" flipV="1">
              <a:off x="4259417" y="2938057"/>
              <a:ext cx="7120940" cy="2318088"/>
            </a:xfrm>
            <a:prstGeom prst="bentConnector3">
              <a:avLst>
                <a:gd name="adj1" fmla="val -3362"/>
              </a:avLst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E400E0-0EE8-B5F4-527D-4AB8D17D09A3}"/>
                </a:ext>
              </a:extLst>
            </p:cNvPr>
            <p:cNvSpPr txBox="1"/>
            <p:nvPr/>
          </p:nvSpPr>
          <p:spPr>
            <a:xfrm>
              <a:off x="9030690" y="5950124"/>
              <a:ext cx="4187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YES</a:t>
              </a:r>
              <a:endParaRPr lang="en-SG" sz="11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90BF3FD-62A6-24A8-FD55-A08B7C2D1218}"/>
                </a:ext>
              </a:extLst>
            </p:cNvPr>
            <p:cNvSpPr txBox="1"/>
            <p:nvPr/>
          </p:nvSpPr>
          <p:spPr>
            <a:xfrm>
              <a:off x="10891845" y="4774660"/>
              <a:ext cx="3866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NO</a:t>
              </a:r>
              <a:endParaRPr lang="en-SG" sz="1100" dirty="0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1E2BEB0-3F83-734D-8CE7-7FE41E1B4549}"/>
              </a:ext>
            </a:extLst>
          </p:cNvPr>
          <p:cNvSpPr/>
          <p:nvPr/>
        </p:nvSpPr>
        <p:spPr>
          <a:xfrm>
            <a:off x="4080271" y="180131"/>
            <a:ext cx="636667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000" b="1" dirty="0">
                <a:ln/>
                <a:solidFill>
                  <a:schemeClr val="accent4"/>
                </a:solidFill>
              </a:rPr>
              <a:t>AI-Based Test Case Generation for SQL Server Scripts</a:t>
            </a:r>
          </a:p>
        </p:txBody>
      </p:sp>
    </p:spTree>
    <p:extLst>
      <p:ext uri="{BB962C8B-B14F-4D97-AF65-F5344CB8AC3E}">
        <p14:creationId xmlns:p14="http://schemas.microsoft.com/office/powerpoint/2010/main" val="392472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F20CC1-3B82-76C5-DF3B-2F45FF0F7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85" y="205583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Software Used</a:t>
            </a:r>
            <a:endParaRPr lang="en-SG" sz="4000">
              <a:solidFill>
                <a:schemeClr val="tx2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838048C-9AF2-CB29-9A36-F2C31660D3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9299989"/>
              </p:ext>
            </p:extLst>
          </p:nvPr>
        </p:nvGraphicFramePr>
        <p:xfrm>
          <a:off x="3831617" y="55127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C9ACE318-5A66-5CD2-DAAC-B77D9272ED2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354" r="43738"/>
          <a:stretch/>
        </p:blipFill>
        <p:spPr>
          <a:xfrm>
            <a:off x="10559071" y="10"/>
            <a:ext cx="163292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4846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151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Software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Hencil Peter</dc:creator>
  <cp:lastModifiedBy>Hencil Peter</cp:lastModifiedBy>
  <cp:revision>10</cp:revision>
  <dcterms:created xsi:type="dcterms:W3CDTF">2024-05-30T15:47:47Z</dcterms:created>
  <dcterms:modified xsi:type="dcterms:W3CDTF">2024-05-30T16:53:54Z</dcterms:modified>
</cp:coreProperties>
</file>